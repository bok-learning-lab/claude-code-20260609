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1096" y="2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interSettings" Target="printerSettings/printerSettings1.bin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6133-1D12-F14E-B203-FAC9CB6D8704}" type="datetimeFigureOut">
              <a:rPr lang="en-US" smtClean="0"/>
              <a:t>2/24/17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87E0-DD42-6442-9025-02E4C3D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056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6133-1D12-F14E-B203-FAC9CB6D8704}" type="datetimeFigureOut">
              <a:rPr lang="en-US" smtClean="0"/>
              <a:t>2/24/17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87E0-DD42-6442-9025-02E4C3D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81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6133-1D12-F14E-B203-FAC9CB6D8704}" type="datetimeFigureOut">
              <a:rPr lang="en-US" smtClean="0"/>
              <a:t>2/24/17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87E0-DD42-6442-9025-02E4C3D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3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6133-1D12-F14E-B203-FAC9CB6D8704}" type="datetimeFigureOut">
              <a:rPr lang="en-US" smtClean="0"/>
              <a:t>2/24/17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87E0-DD42-6442-9025-02E4C3D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75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6133-1D12-F14E-B203-FAC9CB6D8704}" type="datetimeFigureOut">
              <a:rPr lang="en-US" smtClean="0"/>
              <a:t>2/24/17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87E0-DD42-6442-9025-02E4C3D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42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6133-1D12-F14E-B203-FAC9CB6D8704}" type="datetimeFigureOut">
              <a:rPr lang="en-US" smtClean="0"/>
              <a:t>2/24/17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87E0-DD42-6442-9025-02E4C3D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613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6133-1D12-F14E-B203-FAC9CB6D8704}" type="datetimeFigureOut">
              <a:rPr lang="en-US" smtClean="0"/>
              <a:t>2/24/17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87E0-DD42-6442-9025-02E4C3D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80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6133-1D12-F14E-B203-FAC9CB6D8704}" type="datetimeFigureOut">
              <a:rPr lang="en-US" smtClean="0"/>
              <a:t>2/24/17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87E0-DD42-6442-9025-02E4C3D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09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6133-1D12-F14E-B203-FAC9CB6D8704}" type="datetimeFigureOut">
              <a:rPr lang="en-US" smtClean="0"/>
              <a:t>2/24/17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87E0-DD42-6442-9025-02E4C3D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36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6133-1D12-F14E-B203-FAC9CB6D8704}" type="datetimeFigureOut">
              <a:rPr lang="en-US" smtClean="0"/>
              <a:t>2/24/17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87E0-DD42-6442-9025-02E4C3D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510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76133-1D12-F14E-B203-FAC9CB6D8704}" type="datetimeFigureOut">
              <a:rPr lang="en-US" smtClean="0"/>
              <a:t>2/24/17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87E0-DD42-6442-9025-02E4C3D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07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E76133-1D12-F14E-B203-FAC9CB6D8704}" type="datetimeFigureOut">
              <a:rPr lang="en-US" smtClean="0"/>
              <a:t>2/24/17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387E0-DD42-6442-9025-02E4C3D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74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3.emf"/><Relationship Id="rId5" Type="http://schemas.openxmlformats.org/officeDocument/2006/relationships/image" Target="../media/image4.emf"/><Relationship Id="rId6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1112166" y="1504950"/>
            <a:ext cx="3659414" cy="3659414"/>
            <a:chOff x="1112166" y="1504950"/>
            <a:chExt cx="3659414" cy="3659414"/>
          </a:xfrm>
        </p:grpSpPr>
        <p:grpSp>
          <p:nvGrpSpPr>
            <p:cNvPr id="12" name="Group 11"/>
            <p:cNvGrpSpPr/>
            <p:nvPr/>
          </p:nvGrpSpPr>
          <p:grpSpPr>
            <a:xfrm>
              <a:off x="1124858" y="1504950"/>
              <a:ext cx="3634022" cy="3659414"/>
              <a:chOff x="1124858" y="1504950"/>
              <a:chExt cx="3634022" cy="3659414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1124858" y="1505857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1578430" y="1505857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/>
              <p:cNvSpPr/>
              <p:nvPr/>
            </p:nvSpPr>
            <p:spPr>
              <a:xfrm>
                <a:off x="2032002" y="1505857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/>
              <p:cNvSpPr/>
              <p:nvPr/>
            </p:nvSpPr>
            <p:spPr>
              <a:xfrm>
                <a:off x="2485574" y="1506764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944592" y="1504950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3398164" y="1504950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3851736" y="1504950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4305308" y="1505857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/>
            <p:cNvGrpSpPr/>
            <p:nvPr/>
          </p:nvGrpSpPr>
          <p:grpSpPr>
            <a:xfrm rot="5400000">
              <a:off x="1124862" y="1504954"/>
              <a:ext cx="3634022" cy="3659414"/>
              <a:chOff x="1124858" y="1504950"/>
              <a:chExt cx="3634022" cy="3659414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1124858" y="1505857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1578430" y="1505857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2032002" y="1505857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2485574" y="1506764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2944592" y="1504950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3398164" y="1504950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Rectangle 19"/>
              <p:cNvSpPr/>
              <p:nvPr/>
            </p:nvSpPr>
            <p:spPr>
              <a:xfrm>
                <a:off x="3851736" y="1504950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4305308" y="1505857"/>
                <a:ext cx="453572" cy="36576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cxnSp>
        <p:nvCxnSpPr>
          <p:cNvPr id="24" name="Straight Arrow Connector 23"/>
          <p:cNvCxnSpPr/>
          <p:nvPr/>
        </p:nvCxnSpPr>
        <p:spPr>
          <a:xfrm>
            <a:off x="1112166" y="1504950"/>
            <a:ext cx="4882234" cy="1270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>
            <a:off x="1112166" y="1517650"/>
            <a:ext cx="12692" cy="42608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578430" y="2424794"/>
            <a:ext cx="2273306" cy="1366161"/>
          </a:xfrm>
          <a:prstGeom prst="rect">
            <a:avLst/>
          </a:prstGeom>
          <a:solidFill>
            <a:schemeClr val="accent1">
              <a:alpha val="71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4292608" y="1397000"/>
            <a:ext cx="453572" cy="0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4864100" y="1530350"/>
            <a:ext cx="0" cy="453572"/>
          </a:xfrm>
          <a:prstGeom prst="straightConnector1">
            <a:avLst/>
          </a:prstGeom>
          <a:ln>
            <a:solidFill>
              <a:schemeClr val="tx1"/>
            </a:solidFill>
            <a:headEnd type="arrow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" name="Picture 39" descr="latex-image-1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51" y="1422401"/>
            <a:ext cx="180975" cy="161925"/>
          </a:xfrm>
          <a:prstGeom prst="rect">
            <a:avLst/>
          </a:prstGeom>
        </p:spPr>
      </p:pic>
      <p:pic>
        <p:nvPicPr>
          <p:cNvPr id="41" name="Picture 40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5853800"/>
            <a:ext cx="171450" cy="228600"/>
          </a:xfrm>
          <a:prstGeom prst="rect">
            <a:avLst/>
          </a:prstGeom>
        </p:spPr>
      </p:pic>
      <p:sp>
        <p:nvSpPr>
          <p:cNvPr id="48" name="Oval 47"/>
          <p:cNvSpPr/>
          <p:nvPr/>
        </p:nvSpPr>
        <p:spPr>
          <a:xfrm>
            <a:off x="1783081" y="2637067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Picture 48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9555" y="1032783"/>
            <a:ext cx="482600" cy="241300"/>
          </a:xfrm>
          <a:prstGeom prst="rect">
            <a:avLst/>
          </a:prstGeom>
        </p:spPr>
      </p:pic>
      <p:cxnSp>
        <p:nvCxnSpPr>
          <p:cNvPr id="51" name="Straight Arrow Connector 50"/>
          <p:cNvCxnSpPr/>
          <p:nvPr/>
        </p:nvCxnSpPr>
        <p:spPr>
          <a:xfrm flipH="1">
            <a:off x="1828800" y="1299154"/>
            <a:ext cx="952501" cy="13379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53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264" y="1045482"/>
            <a:ext cx="436236" cy="245383"/>
          </a:xfrm>
          <a:prstGeom prst="rect">
            <a:avLst/>
          </a:prstGeom>
        </p:spPr>
      </p:pic>
      <p:pic>
        <p:nvPicPr>
          <p:cNvPr id="55" name="Picture 54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226" y="1589317"/>
            <a:ext cx="403225" cy="29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7513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0</Words>
  <Application>Microsoft Macintosh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Margo Levine</dc:creator>
  <cp:lastModifiedBy>Margo Levine</cp:lastModifiedBy>
  <cp:revision>4</cp:revision>
  <dcterms:created xsi:type="dcterms:W3CDTF">2017-02-24T16:24:49Z</dcterms:created>
  <dcterms:modified xsi:type="dcterms:W3CDTF">2017-02-24T18:11:54Z</dcterms:modified>
</cp:coreProperties>
</file>